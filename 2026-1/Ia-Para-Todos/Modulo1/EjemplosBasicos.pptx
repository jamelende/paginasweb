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63" r:id="rId4"/>
    <p:sldId id="345" r:id="rId5"/>
    <p:sldId id="346" r:id="rId6"/>
    <p:sldId id="347" r:id="rId7"/>
    <p:sldId id="348" r:id="rId8"/>
    <p:sldId id="329" r:id="rId9"/>
    <p:sldId id="327" r:id="rId10"/>
    <p:sldId id="328" r:id="rId11"/>
    <p:sldId id="331" r:id="rId12"/>
    <p:sldId id="330" r:id="rId13"/>
    <p:sldId id="332" r:id="rId14"/>
    <p:sldId id="334" r:id="rId15"/>
    <p:sldId id="335" r:id="rId16"/>
    <p:sldId id="336" r:id="rId17"/>
    <p:sldId id="338" r:id="rId18"/>
    <p:sldId id="337" r:id="rId19"/>
    <p:sldId id="339" r:id="rId20"/>
    <p:sldId id="340" r:id="rId21"/>
    <p:sldId id="333" r:id="rId22"/>
    <p:sldId id="341" r:id="rId23"/>
    <p:sldId id="342" r:id="rId24"/>
    <p:sldId id="343" r:id="rId25"/>
    <p:sldId id="344" r:id="rId26"/>
    <p:sldId id="316" r:id="rId27"/>
    <p:sldId id="315" r:id="rId28"/>
    <p:sldId id="312" r:id="rId29"/>
    <p:sldId id="309" r:id="rId30"/>
    <p:sldId id="308" r:id="rId31"/>
    <p:sldId id="310" r:id="rId32"/>
    <p:sldId id="270" r:id="rId33"/>
    <p:sldId id="324" r:id="rId34"/>
    <p:sldId id="325" r:id="rId35"/>
    <p:sldId id="307" r:id="rId3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65" d="100"/>
          <a:sy n="65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3452D-E483-4A8F-94E1-95086C0EB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77671D3-1C1A-4FA5-93E6-B8B3C7F4B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C43EA3-C2C5-4A9A-862A-8406743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BD67C0-9230-47BB-B82E-F14DFDF6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22FD9D-20F6-4B7D-B838-7510970C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1785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B366D2-704E-4DF9-B8B5-7412586DB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75F949-4F36-4788-B3BD-33AA35079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3C95413-CEC4-4BEA-8CFF-D7FDC3664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6E74B-2637-4B7C-940A-160368306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724DAB-E89F-47C5-AC46-6B682322A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096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5611D-728A-4F3F-8B9A-A77E8AC8F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95B552-5299-4C42-AE50-032A8429DA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697B19-2625-4CF1-B8F8-F0B1FC17A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E57CED-5A26-4566-A0B0-394339C2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CB3775-1A8D-46F6-9686-73111EEA8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040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2A277-C41B-42DF-BDC9-2A35F40DD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EAAF8D-9E9B-43F1-AB4B-C5BDBF4627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B8009A-8C90-4B07-AA8C-A75BFFE72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E9511D0-664F-4F97-8DF5-DB318DC26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CDD72C-367C-4340-84B1-0D29FBB61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076FB75-4D15-445B-BBE9-D4B6C2E8F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02245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AE8FA-AB64-42AE-A123-641BDD89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F6DAC3-6E74-4785-8205-A9BF6E43F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3CF84B2-C1EF-4F6D-AE79-F89CDD1F2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B68E4B8-63B9-4289-831B-F13AA01E62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344F432-E720-4366-947E-AF7A9B2C59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A224DD3-9BD9-4026-ACBA-D2E1EEB6C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91AE85F-573E-417F-A507-A7750138E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03DD7CE-F1CA-4A07-859A-8386C8E0E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2934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07E85C-4271-4FC4-B916-F8FDF59CC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1D96E9D-725E-4499-BD11-54E207A8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C9270A2-1F92-4FF8-8D17-E133F1684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081472-83B0-48E0-A9C6-7487F3F45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4400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BF1881D-1C5B-4F91-95CE-F3205057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62570C1-8242-4481-A7EC-153EAC077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F74CF20-E52D-44BA-A5B5-51DDE39C2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5170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95934F-B576-4C1D-BDEC-5A86A8D50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180981-0DDC-47F7-BE20-165B4C965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3CE5FB7-B35D-4699-BBAE-E1DAE04DB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B359AD-944B-4A6C-B116-04BE63560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374C86-71CA-48B1-A4FE-E4200F086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3FA5B95-18AA-4268-BD17-9600B5DE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387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CF57CE-89C4-4A2F-995E-567CB1933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4E0DE65-5826-426B-B772-E54FE8BBF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4E5E26-3064-4BD6-873C-8F4C3A341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74ED14-6D87-4C0A-9802-23B2BF520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D08AAE-EB69-43E6-B560-A75267DAC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7B833E-4E59-4154-9A34-F4D37099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54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4CDCC-AEEA-4005-B73D-83CE9F6D4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55F560-EA2D-4EF1-800A-953E3E0CD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6AB059-AF5F-4B01-B728-70F3CFBE6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FE8BA3-2B54-44E7-9857-BA1062983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6C9067-1A93-4A02-8F0D-64CC97194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3842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A185DAF-0ECE-4727-8614-5DE9E8C24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6958E8-7AC9-4E58-B894-6F2DDA83A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83C249-F320-450D-881B-7F2E3AB71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D53DF1-9AEA-4A8E-B70D-894D1344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371C6B-33FF-4223-ACEE-A51F64C9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7186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37AA324-016B-445D-901E-CBCAD329F2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488970-266A-48B4-8E1D-15991DEDC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ED7A720-FCBA-465F-80AB-63E8EFA6CE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22C15-8759-43FA-BACB-1033E337231D}" type="datetimeFigureOut">
              <a:rPr lang="es-CO" smtClean="0"/>
              <a:t>24/06/2026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FC4E4-4961-4207-B5C8-F05D07A97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FDFBEE-2A32-4E61-B214-EA7F2B5D5A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C9675-EA2B-46CB-A7FF-C6E3829B252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101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69140-BBD3-4E06-962C-44AA8FCC8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Ejemplos Básicos </a:t>
            </a:r>
            <a:r>
              <a:rPr lang="es-MX" dirty="0" err="1"/>
              <a:t>Ia</a:t>
            </a:r>
            <a:r>
              <a:rPr lang="es-MX" dirty="0"/>
              <a:t> generativa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CB70AB-4F79-4018-8E8F-8C7DDFE4DA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Alfonso Meléndez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7096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69140-BBD3-4E06-962C-44AA8FCC8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Texto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2036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email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649CC3-482F-440B-8997-4B17ED21A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2802182"/>
            <a:ext cx="4610743" cy="104789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999883C-8AFF-4980-8625-C2CEB98AAB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242" y="193676"/>
            <a:ext cx="6791608" cy="6329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90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Carta de despido v1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6CBB6D9-1922-4B45-81EB-33EED8FDD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237" y="3429000"/>
            <a:ext cx="7325747" cy="321989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1D1C9AB-6041-4FD1-AA8D-7DAF25BAD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75968"/>
            <a:ext cx="5496692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177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Carta de despido v2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0E667DC-39D3-41A9-8364-B558A23B1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02" y="1055024"/>
            <a:ext cx="4896533" cy="76210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F268F5F-CFF2-4B4D-84BD-5EBCBF62E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970" y="2400050"/>
            <a:ext cx="7925906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930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Carta de despido v3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7E0CC4-71E6-4780-A52D-43DC2C51A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517" y="703241"/>
            <a:ext cx="5229955" cy="9907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D8D019B-9414-422F-9D2C-25B73364F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399" y="1635307"/>
            <a:ext cx="7555220" cy="502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26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Carta de despido v4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081D7AC-C243-498F-B91D-C4A867D46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" y="944548"/>
            <a:ext cx="4067743" cy="72400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E7DF4BD-769D-4C82-9E49-C9DA558319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633" y="664226"/>
            <a:ext cx="7063387" cy="5529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386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Mejora de Trabajo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CFF53D-556A-475A-BD10-DF85D011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8" y="875968"/>
            <a:ext cx="5391902" cy="120984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03EA756-384B-42DB-A306-2352A0C6BB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831" y="2914554"/>
            <a:ext cx="7659169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74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Mejora de Trabajo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CFF53D-556A-475A-BD10-DF85D011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6283"/>
            <a:ext cx="5391902" cy="120984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C584FEB-7ABE-4878-B182-BD903DFE37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514" y="3207240"/>
            <a:ext cx="8316486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19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Mejora de Trabajo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CFF53D-556A-475A-BD10-DF85D011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44222"/>
            <a:ext cx="5391902" cy="120984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9EFEA2E-8EF5-496E-A14B-C41B86987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204" y="2974932"/>
            <a:ext cx="7544853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182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Mejora de Trabajo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CFF53D-556A-475A-BD10-DF85D011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8" y="875968"/>
            <a:ext cx="5391902" cy="120984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1303CA1-4A9E-4780-A294-32A9A127E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029" y="2768104"/>
            <a:ext cx="7497221" cy="2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933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Mejora de Trabajo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CFF53D-556A-475A-BD10-DF85D011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8" y="875968"/>
            <a:ext cx="5391902" cy="120984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0A26966-4B65-4A26-B809-138C16192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888" y="2386767"/>
            <a:ext cx="7802064" cy="28388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B1EA83-E4EA-4C15-9C00-03E6F319C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611" y="5435853"/>
            <a:ext cx="7763958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236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Mejora de Trabajo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FCFF53D-556A-475A-BD10-DF85D0111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68" y="875968"/>
            <a:ext cx="5391902" cy="120984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DB1EA83-E4EA-4C15-9C00-03E6F319C7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08" y="3032498"/>
            <a:ext cx="10165183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1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Reunión Jefe</a:t>
            </a:r>
            <a:endParaRPr lang="es-CO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DD2A4DA-3FBE-4AD8-ACA6-0D2A1E8ABD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827" y="3292054"/>
            <a:ext cx="7925906" cy="294363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C302AAB-85C6-4AF6-8C65-075D0DF2B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95" y="1188671"/>
            <a:ext cx="5763429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72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Reunión Jefe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302AAB-85C6-4AF6-8C65-075D0DF2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95" y="1188671"/>
            <a:ext cx="5763429" cy="18862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D29DA1A-5D23-442D-8576-475561F3F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589" y="3687907"/>
            <a:ext cx="7859222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132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Reunión Jefe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302AAB-85C6-4AF6-8C65-075D0DF2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95" y="1188671"/>
            <a:ext cx="5763429" cy="18862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B52379F-3644-440F-B157-11A898050D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4206" y="3611880"/>
            <a:ext cx="8049748" cy="253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1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Reunión Jefe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302AAB-85C6-4AF6-8C65-075D0DF2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95" y="1188671"/>
            <a:ext cx="5763429" cy="18862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59CD708-13BE-40EC-ACC4-ADFD567D9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9403" y="3669030"/>
            <a:ext cx="8116433" cy="231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882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Reunión Jefe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302AAB-85C6-4AF6-8C65-075D0DF2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95" y="1188671"/>
            <a:ext cx="5763429" cy="18862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FDED4EB-9A10-420C-9650-8F83D9E754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859" y="4039409"/>
            <a:ext cx="7887801" cy="2048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5604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Reunión Jefe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7C302AAB-85C6-4AF6-8C65-075D0DF2B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795" y="1188671"/>
            <a:ext cx="5763429" cy="188621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53D8D61-5885-4197-AACB-3CBC8A6EAC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757" y="3871735"/>
            <a:ext cx="7773485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6494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Reunión Jefe</a:t>
            </a:r>
            <a:endParaRPr lang="es-CO" b="1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AD52F15-33A8-45BC-923C-0019AB266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52" y="2295822"/>
            <a:ext cx="11681748" cy="2727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541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" y="182246"/>
            <a:ext cx="10515600" cy="682292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Análisis de Datos</a:t>
            </a:r>
            <a:endParaRPr lang="es-CO" b="1" dirty="0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8450E7BF-AC3F-4435-B2F3-F1933E7C45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898470"/>
              </p:ext>
            </p:extLst>
          </p:nvPr>
        </p:nvGraphicFramePr>
        <p:xfrm>
          <a:off x="986790" y="12390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385" imgH="771519" progId="Excel.Sheet.12">
                  <p:embed/>
                </p:oleObj>
              </mc:Choice>
              <mc:Fallback>
                <p:oleObj name="Worksheet" showAsIcon="1" r:id="rId2" imgW="914385" imgH="77151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6790" y="12390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n 5">
            <a:extLst>
              <a:ext uri="{FF2B5EF4-FFF2-40B4-BE49-F238E27FC236}">
                <a16:creationId xmlns:a16="http://schemas.microsoft.com/office/drawing/2014/main" id="{07CA4A07-8E5F-41B4-B322-61B5063ED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0224" y="864538"/>
            <a:ext cx="6249272" cy="39534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724B4DF-3D17-4DC7-B493-5762E3B134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30" y="2688718"/>
            <a:ext cx="4696480" cy="271500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FBB9FE6-1C1B-463A-8E0E-1AB0FD64A9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1171" y="5034823"/>
            <a:ext cx="6268325" cy="1314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06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" y="182246"/>
            <a:ext cx="10515600" cy="682292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Análisis de Datos</a:t>
            </a:r>
            <a:endParaRPr lang="es-CO" b="1" dirty="0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8450E7BF-AC3F-4435-B2F3-F1933E7C4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6790" y="12390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385" imgH="771519" progId="Excel.Sheet.12">
                  <p:embed/>
                </p:oleObj>
              </mc:Choice>
              <mc:Fallback>
                <p:oleObj name="Worksheet" showAsIcon="1" r:id="rId2" imgW="914385" imgH="771519" progId="Excel.Sheet.12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8450E7BF-AC3F-4435-B2F3-F1933E7C4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6790" y="12390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5724B4DF-3D17-4DC7-B493-5762E3B13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" y="2688718"/>
            <a:ext cx="4696480" cy="27150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B7A8133-E469-4EA0-A236-6E5C611CFD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6096" y="751930"/>
            <a:ext cx="4952344" cy="446018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22CD9FE-F2CB-4397-8E22-58DDA9451E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3865" y="5570700"/>
            <a:ext cx="4944165" cy="110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845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" y="182246"/>
            <a:ext cx="10515600" cy="682292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Análisis de Datos</a:t>
            </a:r>
            <a:endParaRPr lang="es-CO" b="1" dirty="0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8450E7BF-AC3F-4435-B2F3-F1933E7C4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6790" y="12390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385" imgH="771519" progId="Excel.Sheet.12">
                  <p:embed/>
                </p:oleObj>
              </mc:Choice>
              <mc:Fallback>
                <p:oleObj name="Worksheet" showAsIcon="1" r:id="rId2" imgW="914385" imgH="771519" progId="Excel.Sheet.12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8450E7BF-AC3F-4435-B2F3-F1933E7C4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6790" y="12390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5724B4DF-3D17-4DC7-B493-5762E3B13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" y="2688718"/>
            <a:ext cx="4696480" cy="27150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21819AD-4965-4E0B-A861-47667DAE2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9708" y="182246"/>
            <a:ext cx="4039164" cy="46297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F1FA852-BF2A-4206-95F8-02ABD46FD1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6743" y="5285351"/>
            <a:ext cx="4324954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608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" y="182246"/>
            <a:ext cx="10515600" cy="682292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Análisis de Datos</a:t>
            </a:r>
            <a:endParaRPr lang="es-CO" b="1" dirty="0"/>
          </a:p>
        </p:txBody>
      </p:sp>
      <p:graphicFrame>
        <p:nvGraphicFramePr>
          <p:cNvPr id="5" name="Objeto 4">
            <a:extLst>
              <a:ext uri="{FF2B5EF4-FFF2-40B4-BE49-F238E27FC236}">
                <a16:creationId xmlns:a16="http://schemas.microsoft.com/office/drawing/2014/main" id="{8450E7BF-AC3F-4435-B2F3-F1933E7C45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86790" y="123908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385" imgH="771519" progId="Excel.Sheet.12">
                  <p:embed/>
                </p:oleObj>
              </mc:Choice>
              <mc:Fallback>
                <p:oleObj name="Worksheet" showAsIcon="1" r:id="rId2" imgW="914385" imgH="771519" progId="Excel.Sheet.12">
                  <p:embed/>
                  <p:pic>
                    <p:nvPicPr>
                      <p:cNvPr id="5" name="Objeto 4">
                        <a:extLst>
                          <a:ext uri="{FF2B5EF4-FFF2-40B4-BE49-F238E27FC236}">
                            <a16:creationId xmlns:a16="http://schemas.microsoft.com/office/drawing/2014/main" id="{8450E7BF-AC3F-4435-B2F3-F1933E7C4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86790" y="123908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5724B4DF-3D17-4DC7-B493-5762E3B13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430" y="2688718"/>
            <a:ext cx="4696480" cy="27150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43EF167-F41B-4406-A680-7F619229EB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8439" y="864538"/>
            <a:ext cx="5630061" cy="3496163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D7131CE-40BB-4A91-AD27-72F62299FB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1761" y="4704269"/>
            <a:ext cx="4991797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8553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430" y="182246"/>
            <a:ext cx="10515600" cy="682292"/>
          </a:xfrm>
        </p:spPr>
        <p:txBody>
          <a:bodyPr>
            <a:normAutofit fontScale="90000"/>
          </a:bodyPr>
          <a:lstStyle/>
          <a:p>
            <a:pPr algn="ctr"/>
            <a:r>
              <a:rPr lang="es-MX" b="1" dirty="0"/>
              <a:t>Análisis de Datos</a:t>
            </a:r>
            <a:endParaRPr lang="es-C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6F059E1-0BC6-47CF-AE87-840A66C81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21" y="2733554"/>
            <a:ext cx="11742607" cy="77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22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6. Sabático</a:t>
            </a:r>
            <a:endParaRPr lang="es-CO" b="1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A55DAE96-EF31-482C-9A28-9C113C465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2739"/>
            <a:ext cx="5315692" cy="238158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73B2C73-52A4-4209-9321-ADFA837A7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31" y="561575"/>
            <a:ext cx="7763958" cy="286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1783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6. Sabático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DF8111-8D94-4F1E-8C21-2499D6342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03" y="714809"/>
            <a:ext cx="7323205" cy="193371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E7B12CD-F843-4002-8F96-7B33F6EB9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579" y="2353994"/>
            <a:ext cx="6733421" cy="26218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E071460-3484-4562-8ABE-63EF781B3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" y="4975844"/>
            <a:ext cx="6733421" cy="169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729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6. Corregir el idioma</a:t>
            </a:r>
            <a:endParaRPr lang="es-CO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5AF47AD-CC77-4164-A4B5-7D421306D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5968"/>
            <a:ext cx="5706271" cy="167663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FB5D118-70B3-4CA8-80E0-F1BB69B56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943" y="2552602"/>
            <a:ext cx="8468907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45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6. Hojas de</a:t>
            </a:r>
            <a:br>
              <a:rPr lang="es-MX" b="1" dirty="0"/>
            </a:br>
            <a:r>
              <a:rPr lang="es-MX" b="1" dirty="0"/>
              <a:t> vida 1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20C86A-3051-48D1-B237-7B592228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970" y="4531077"/>
            <a:ext cx="4370537" cy="223875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D7F7924-4D13-44D3-B7F1-E65EE0E78C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211" y="88168"/>
            <a:ext cx="9545477" cy="448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3478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6. Hojas de Vida 2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802151D-6CB6-4D70-BB8B-C3F87BC0F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1082"/>
            <a:ext cx="7189443" cy="391324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D6F4BA7-F68B-4FAB-8F61-AB9632CF6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516" y="4750"/>
            <a:ext cx="7230484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4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" y="193676"/>
            <a:ext cx="10515600" cy="682292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6. Hojas de Vida 3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6039D22-2381-4D27-8265-24497FFEF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95" y="1113838"/>
            <a:ext cx="7059010" cy="315321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FE36BBB-EB87-4598-B36F-8AAA14A83E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989" y="5025102"/>
            <a:ext cx="7783011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6528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7. </a:t>
            </a:r>
            <a:r>
              <a:rPr lang="es-MX" b="1" dirty="0" err="1"/>
              <a:t>Tips</a:t>
            </a:r>
            <a:r>
              <a:rPr lang="es-MX" b="1" dirty="0"/>
              <a:t> </a:t>
            </a:r>
            <a:r>
              <a:rPr lang="es-MX" b="1" dirty="0" err="1"/>
              <a:t>ChatGpt</a:t>
            </a:r>
            <a:r>
              <a:rPr lang="es-MX" b="1"/>
              <a:t> (5-8)</a:t>
            </a:r>
            <a:endParaRPr lang="es-CO" b="1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6BA4390-93E2-431F-9D9F-E6282356A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" y="2592619"/>
            <a:ext cx="3909144" cy="97354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CEC30F2-3745-491B-827F-CCA964018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145" y="1334171"/>
            <a:ext cx="7240010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367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69140-BBD3-4E06-962C-44AA8FCC82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Auto Referencia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9692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EA38AA-3D8F-42F4-88AB-BA04894B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/>
              <a:t>Nombre</a:t>
            </a: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234F9F8-4441-4FDC-8042-2861EC65D8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" y="2247314"/>
            <a:ext cx="11841512" cy="2706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7213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B24F0-2DC8-449E-B11E-2C1E4F12F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2560" y="2482533"/>
            <a:ext cx="9144000" cy="2387600"/>
          </a:xfrm>
        </p:spPr>
        <p:txBody>
          <a:bodyPr>
            <a:noAutofit/>
          </a:bodyPr>
          <a:lstStyle/>
          <a:p>
            <a:r>
              <a:rPr lang="es-MX" sz="9600" b="1" dirty="0"/>
              <a:t>Muchas gracias por su Atención</a:t>
            </a:r>
            <a:endParaRPr lang="es-CO" sz="9600" b="1" dirty="0"/>
          </a:p>
        </p:txBody>
      </p:sp>
    </p:spTree>
    <p:extLst>
      <p:ext uri="{BB962C8B-B14F-4D97-AF65-F5344CB8AC3E}">
        <p14:creationId xmlns:p14="http://schemas.microsoft.com/office/powerpoint/2010/main" val="18933692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117</Words>
  <Application>Microsoft Office PowerPoint</Application>
  <PresentationFormat>Panorámica</PresentationFormat>
  <Paragraphs>36</Paragraphs>
  <Slides>35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Tema de Office</vt:lpstr>
      <vt:lpstr>Worksheet</vt:lpstr>
      <vt:lpstr>Ejemplos Básicos Ia generativa</vt:lpstr>
      <vt:lpstr>Texto</vt:lpstr>
      <vt:lpstr>email</vt:lpstr>
      <vt:lpstr>Carta de despido v1</vt:lpstr>
      <vt:lpstr>Carta de despido v2</vt:lpstr>
      <vt:lpstr>Carta de despido v3</vt:lpstr>
      <vt:lpstr>Carta de despido v4</vt:lpstr>
      <vt:lpstr>Mejora de Trabajo</vt:lpstr>
      <vt:lpstr>Mejora de Trabajo</vt:lpstr>
      <vt:lpstr>Mejora de Trabajo</vt:lpstr>
      <vt:lpstr>Mejora de Trabajo</vt:lpstr>
      <vt:lpstr>Mejora de Trabajo</vt:lpstr>
      <vt:lpstr>Mejora de Trabajo</vt:lpstr>
      <vt:lpstr>Reunión Jefe</vt:lpstr>
      <vt:lpstr>Reunión Jefe</vt:lpstr>
      <vt:lpstr>Reunión Jefe</vt:lpstr>
      <vt:lpstr>Reunión Jefe</vt:lpstr>
      <vt:lpstr>Reunión Jefe</vt:lpstr>
      <vt:lpstr>Reunión Jefe</vt:lpstr>
      <vt:lpstr>Reunión Jefe</vt:lpstr>
      <vt:lpstr>Análisis de Datos</vt:lpstr>
      <vt:lpstr>Análisis de Datos</vt:lpstr>
      <vt:lpstr>Análisis de Datos</vt:lpstr>
      <vt:lpstr>Análisis de Datos</vt:lpstr>
      <vt:lpstr>Análisis de Datos</vt:lpstr>
      <vt:lpstr>6. Sabático</vt:lpstr>
      <vt:lpstr>6. Sabático</vt:lpstr>
      <vt:lpstr>6. Corregir el idioma</vt:lpstr>
      <vt:lpstr>6. Hojas de  vida 1</vt:lpstr>
      <vt:lpstr>6. Hojas de Vida 2</vt:lpstr>
      <vt:lpstr>6. Hojas de Vida 3</vt:lpstr>
      <vt:lpstr>7. Tips ChatGpt (5-8)</vt:lpstr>
      <vt:lpstr>Auto Referencia</vt:lpstr>
      <vt:lpstr>Nombre</vt:lpstr>
      <vt:lpstr>Muchas gracias por su Atención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Ejemplos Claves ChatGpt</dc:title>
  <dc:creator>JORGE ALFONSO MELENDEZ ACUÑA</dc:creator>
  <cp:lastModifiedBy>alfonso.melendez60@outlook.com</cp:lastModifiedBy>
  <cp:revision>67</cp:revision>
  <dcterms:created xsi:type="dcterms:W3CDTF">2024-09-10T14:59:40Z</dcterms:created>
  <dcterms:modified xsi:type="dcterms:W3CDTF">2026-06-24T16:02:17Z</dcterms:modified>
</cp:coreProperties>
</file>