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57" r:id="rId9"/>
    <p:sldId id="264" r:id="rId10"/>
    <p:sldId id="265" r:id="rId11"/>
    <p:sldId id="266" r:id="rId12"/>
    <p:sldId id="267" r:id="rId13"/>
    <p:sldId id="258" r:id="rId14"/>
    <p:sldId id="278" r:id="rId15"/>
    <p:sldId id="269" r:id="rId16"/>
    <p:sldId id="268" r:id="rId17"/>
    <p:sldId id="261" r:id="rId18"/>
    <p:sldId id="262" r:id="rId19"/>
    <p:sldId id="263" r:id="rId20"/>
    <p:sldId id="259" r:id="rId21"/>
    <p:sldId id="260" r:id="rId22"/>
    <p:sldId id="276" r:id="rId23"/>
    <p:sldId id="277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C064E-B2BF-46FF-B3A3-9AF8D8221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3E38BC-3FFB-42DB-BD1E-7953F0728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ED5174-E479-4B74-9EA0-636AEE23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93F357-BA90-47BD-BFE6-5C2BF1340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086928-2C8F-4A31-88A0-827F01F9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886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9D2B5-7313-4632-85A6-D8EA35F5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93BCB0-F555-4EAD-B420-0267804EE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98B470-ED32-41B9-A347-552ECA9B8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BF803D-A1F0-4AD7-920A-8B91A8B6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0243B8-3AF2-41EA-8444-3FE63146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723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77DEA-E155-401B-84BF-E0F5A55AA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25C01A-A9E0-467F-8415-2102C6087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33C607-AB84-4619-B4E3-2FD90774E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917F1D-E523-41BB-9F79-D8D5DCDC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C5E7E5-9C9D-4249-B7F2-CF0B1046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79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18E4E-F8E2-45F3-B3E3-62BBB5AE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0B648B-977B-4A28-92AD-56744C915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1DA6CF-048A-4FB2-82AA-A2C1D68BC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8868EC-D796-44DD-A3C8-C5C7B630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D39F84-1C20-4058-803C-2C9517A8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7B61D8-166B-4A98-9632-1FCE537F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66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0464E-9854-429A-87BF-7499F3A93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B755FF-BDC7-4A70-A11E-1D40C50D7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4BAC82-163F-4FC0-B488-CE2446E2F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FBF7DE-1A71-4F50-A359-5BF08249F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55AAE78-E059-48F0-9131-4AB5A022B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F4D6161-7FDA-426F-A9E7-8E22E3BE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195978D-9FD3-474E-A73C-C5799321F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D3C5FC-5207-4AAB-BD22-BBF808CB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544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6286E-C5F7-44E6-BD11-0533E835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11C3CE-954D-471C-BA45-680BF987E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B2F16D7-DBC5-4AE7-9758-AEBCA792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87FB285-96BC-4EF4-A80E-BF219C77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366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99103F5-26C9-4902-A880-B3B0BC649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BD5FF2-D308-464D-BAE3-DDC52ECC3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7E1810-5C9F-4323-821E-F6167AA7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49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50835-DA86-40FB-81D0-8DE4EE15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3DACA3-F27B-4405-A3C7-5DD792EF0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EE3159-BC9A-4ECE-8A9D-32A533C5E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420670-0DD6-4FC8-90F5-689F9C1DD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FDFE66-07FD-4A59-B388-71649945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416641-7B16-4C8E-9C30-C8A9F1375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2135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6FD9D-BCD7-41A9-AC39-5910F7A95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E4CFB23-4271-4CFB-864E-E9F350A3F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B8D935-7838-4350-B996-EFA271100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FE8706-83B1-46B0-A436-CBB1EE38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599108-2E39-4DFA-A14A-BBA10649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A0E1F5-54E6-40D7-8B4C-241E97E66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7804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33C49-E3A8-49AA-A1A2-59AFEC6CB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243AC6-2C88-4F1D-9A14-7B120B1F8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89A8F6-C506-4F09-87D9-EA340CE9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550841-C99F-43A6-AFE4-BE204D3F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F05C36-0596-4681-B80B-F7D04FF3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6995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FEBDBE-E140-489F-AB3D-006E3268F0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E6F58E-8F3D-49D8-A114-65D3B20BB5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032873-CDF0-498B-8B06-5602339DF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11DDB4-64B7-44B6-8DF9-AA4F18D2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0F2B41-94A6-44D6-ADBE-686096F18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1484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3E4EE4C-3448-4682-8017-973DFD04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38D69F-F5C0-4BCF-A49E-EA617964D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0B356F-209D-4235-891D-75FBDBCCB4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3A1AA-2F08-4DAF-B2FE-9ED5298A8F64}" type="datetimeFigureOut">
              <a:rPr lang="es-CO" smtClean="0"/>
              <a:t>18/10/2024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20E97A-B57F-40B7-99CC-CF43A8D73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C1F1CD-7A88-4EA4-BC5D-F5CA88A3E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3BA5A-E6BF-434A-B1E5-0899CAB61AC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687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ypeset.io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yRHlocTkdg&amp;t=27s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app?hl=es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emini.google.com/app?hl=es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Actividades </a:t>
            </a:r>
            <a:r>
              <a:rPr lang="es-MX" dirty="0" err="1"/>
              <a:t>ChatBots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6670F9-F6DC-4FC5-A158-BF16CD2FB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Alfonso Meléndez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7667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Preparación para un examen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6670F9-F6DC-4FC5-A158-BF16CD2FB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44467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" y="194309"/>
            <a:ext cx="9144000" cy="709613"/>
          </a:xfrm>
        </p:spPr>
        <p:txBody>
          <a:bodyPr>
            <a:normAutofit fontScale="90000"/>
          </a:bodyPr>
          <a:lstStyle/>
          <a:p>
            <a:r>
              <a:rPr lang="es-MX" dirty="0"/>
              <a:t>Preparación para un examen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AC03E1-B871-4DBE-BA12-E4CFB6075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82" y="2790736"/>
            <a:ext cx="4267796" cy="127652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FB358E6-7760-4C78-8485-F7B68F5B0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730" y="1561823"/>
            <a:ext cx="5449060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5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" y="194309"/>
            <a:ext cx="9144000" cy="709613"/>
          </a:xfrm>
        </p:spPr>
        <p:txBody>
          <a:bodyPr>
            <a:normAutofit fontScale="90000"/>
          </a:bodyPr>
          <a:lstStyle/>
          <a:p>
            <a:r>
              <a:rPr lang="es-MX" dirty="0"/>
              <a:t>Preparación para un examen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103492-3683-46A6-A8BC-7C81A1607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" y="1658034"/>
            <a:ext cx="5801535" cy="383911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BC43034-35B8-4552-AC4A-44D30C59D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199" y="1658034"/>
            <a:ext cx="5420481" cy="4077269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BE9D2FE-57C5-455D-A1C2-F2E6AE334022}"/>
              </a:ext>
            </a:extLst>
          </p:cNvPr>
          <p:cNvCxnSpPr>
            <a:cxnSpLocks/>
          </p:cNvCxnSpPr>
          <p:nvPr/>
        </p:nvCxnSpPr>
        <p:spPr>
          <a:xfrm flipH="1">
            <a:off x="10367010" y="1542588"/>
            <a:ext cx="816670" cy="1554942"/>
          </a:xfrm>
          <a:prstGeom prst="straightConnector1">
            <a:avLst/>
          </a:prstGeom>
          <a:ln w="984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8AE25B6B-9437-46AB-BAC0-5455CEA307A5}"/>
              </a:ext>
            </a:extLst>
          </p:cNvPr>
          <p:cNvSpPr txBox="1"/>
          <p:nvPr/>
        </p:nvSpPr>
        <p:spPr>
          <a:xfrm>
            <a:off x="9228642" y="1019368"/>
            <a:ext cx="3099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/>
              <a:t>Ojo a esta Pregunta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2871797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" y="194309"/>
            <a:ext cx="9144000" cy="709613"/>
          </a:xfrm>
        </p:spPr>
        <p:txBody>
          <a:bodyPr>
            <a:normAutofit fontScale="90000"/>
          </a:bodyPr>
          <a:lstStyle/>
          <a:p>
            <a:r>
              <a:rPr lang="es-MX" dirty="0"/>
              <a:t>Preparación para un examen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CD9ECC-0DC8-4F05-AA98-F1241A71F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" y="1619929"/>
            <a:ext cx="5210902" cy="391532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3E8FD38-C159-4377-B6CF-028BD6DC3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19929"/>
            <a:ext cx="5744377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30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" y="194309"/>
            <a:ext cx="9144000" cy="709613"/>
          </a:xfrm>
        </p:spPr>
        <p:txBody>
          <a:bodyPr>
            <a:normAutofit fontScale="90000"/>
          </a:bodyPr>
          <a:lstStyle/>
          <a:p>
            <a:r>
              <a:rPr lang="es-MX" dirty="0"/>
              <a:t>Preparación para un examen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AC03E1-B871-4DBE-BA12-E4CFB6075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82" y="2790736"/>
            <a:ext cx="4267796" cy="127652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FB358E6-7760-4C78-8485-F7B68F5B0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730" y="1561823"/>
            <a:ext cx="5449060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225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" y="194309"/>
            <a:ext cx="9144000" cy="709613"/>
          </a:xfrm>
        </p:spPr>
        <p:txBody>
          <a:bodyPr>
            <a:normAutofit fontScale="90000"/>
          </a:bodyPr>
          <a:lstStyle/>
          <a:p>
            <a:r>
              <a:rPr lang="es-MX" dirty="0"/>
              <a:t>Explicaciones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C96CA69-D18B-4D63-ABAB-E2FCA208E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7431"/>
            <a:ext cx="5285126" cy="92586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BC54359-8D36-496A-B274-E7CE5C8D0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490" y="3463894"/>
            <a:ext cx="8389381" cy="227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56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1. Chatear con un PDF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6670F9-F6DC-4FC5-A158-BF16CD2FB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err="1"/>
              <a:t>SciSpace</a:t>
            </a:r>
            <a:r>
              <a:rPr lang="es-MX" dirty="0"/>
              <a:t>:</a:t>
            </a:r>
          </a:p>
          <a:p>
            <a:endParaRPr lang="es-MX" dirty="0"/>
          </a:p>
          <a:p>
            <a:r>
              <a:rPr lang="es-MX" dirty="0"/>
              <a:t> </a:t>
            </a:r>
            <a:r>
              <a:rPr lang="es-MX" dirty="0">
                <a:hlinkClick r:id="rId2"/>
              </a:rPr>
              <a:t>https://typeset.io/</a:t>
            </a:r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0462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070" y="1211581"/>
            <a:ext cx="9144000" cy="801052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br>
              <a:rPr lang="es-MX" dirty="0"/>
            </a:br>
            <a:br>
              <a:rPr lang="es-MX" dirty="0"/>
            </a:br>
            <a:br>
              <a:rPr lang="es-MX" dirty="0"/>
            </a:br>
            <a:br>
              <a:rPr lang="es-MX" dirty="0"/>
            </a:br>
            <a:r>
              <a:rPr lang="es-MX" dirty="0" err="1"/>
              <a:t>SciSpace</a:t>
            </a:r>
            <a:br>
              <a:rPr lang="es-MX" dirty="0"/>
            </a:br>
            <a:r>
              <a:rPr lang="es-MX" dirty="0"/>
              <a:t>Hay Una extensión para Chrome</a:t>
            </a: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35A3691-B71C-4787-A237-761854FE3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91" y="2707918"/>
            <a:ext cx="10655100" cy="194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72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8220" y="240031"/>
            <a:ext cx="9144000" cy="801052"/>
          </a:xfrm>
        </p:spPr>
        <p:txBody>
          <a:bodyPr>
            <a:normAutofit fontScale="90000"/>
          </a:bodyPr>
          <a:lstStyle/>
          <a:p>
            <a:r>
              <a:rPr lang="es-MX" dirty="0" err="1"/>
              <a:t>SciSpace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34ACD19-8AD3-4414-999F-F206F67E0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0" y="1618646"/>
            <a:ext cx="9240540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75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8220" y="240031"/>
            <a:ext cx="9144000" cy="801052"/>
          </a:xfrm>
        </p:spPr>
        <p:txBody>
          <a:bodyPr>
            <a:normAutofit fontScale="90000"/>
          </a:bodyPr>
          <a:lstStyle/>
          <a:p>
            <a:r>
              <a:rPr lang="es-MX" dirty="0" err="1"/>
              <a:t>SciSpace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882D87-9B44-40C3-A833-54626D1A2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1372221"/>
            <a:ext cx="9135750" cy="475363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276FFFB-F688-46A4-9438-8297891CA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179" y="1109339"/>
            <a:ext cx="7287642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879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8220" y="240031"/>
            <a:ext cx="9144000" cy="801052"/>
          </a:xfrm>
        </p:spPr>
        <p:txBody>
          <a:bodyPr>
            <a:normAutofit fontScale="90000"/>
          </a:bodyPr>
          <a:lstStyle/>
          <a:p>
            <a:r>
              <a:rPr lang="es-MX" dirty="0" err="1"/>
              <a:t>SciSpace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8EE1541-6651-47FE-B786-FAB90717B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179" y="1727188"/>
            <a:ext cx="7287642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6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1017269"/>
            <a:ext cx="9144000" cy="961073"/>
          </a:xfrm>
        </p:spPr>
        <p:txBody>
          <a:bodyPr/>
          <a:lstStyle/>
          <a:p>
            <a:r>
              <a:rPr lang="es-MX" dirty="0" err="1"/>
              <a:t>SciSPace</a:t>
            </a:r>
            <a:endParaRPr lang="es-CO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D2F08A56-0455-48CB-AF13-07CE6983D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3030537"/>
            <a:ext cx="9448800" cy="2238693"/>
          </a:xfrm>
        </p:spPr>
        <p:txBody>
          <a:bodyPr>
            <a:normAutofit fontScale="85000" lnSpcReduction="10000"/>
          </a:bodyPr>
          <a:lstStyle/>
          <a:p>
            <a:r>
              <a:rPr lang="es-MX" sz="5400" b="1" dirty="0"/>
              <a:t>(Exploración Independiente 10 Min)</a:t>
            </a:r>
          </a:p>
          <a:p>
            <a:endParaRPr lang="es-MX" sz="5400" b="1" dirty="0"/>
          </a:p>
          <a:p>
            <a:r>
              <a:rPr lang="es-MX" sz="5400" b="1" dirty="0"/>
              <a:t>¿Cuál es la Novedad de </a:t>
            </a:r>
            <a:r>
              <a:rPr lang="es-MX" sz="5400" b="1"/>
              <a:t>SCiSpace?</a:t>
            </a:r>
            <a:endParaRPr lang="es-CO" sz="5400" b="1" dirty="0"/>
          </a:p>
        </p:txBody>
      </p:sp>
    </p:spTree>
    <p:extLst>
      <p:ext uri="{BB962C8B-B14F-4D97-AF65-F5344CB8AC3E}">
        <p14:creationId xmlns:p14="http://schemas.microsoft.com/office/powerpoint/2010/main" val="1688193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9700" y="1017269"/>
            <a:ext cx="9144000" cy="961073"/>
          </a:xfrm>
        </p:spPr>
        <p:txBody>
          <a:bodyPr/>
          <a:lstStyle/>
          <a:p>
            <a:r>
              <a:rPr lang="es-MX" dirty="0" err="1"/>
              <a:t>NoteBook</a:t>
            </a:r>
            <a:r>
              <a:rPr lang="es-MX" dirty="0"/>
              <a:t> LM</a:t>
            </a:r>
            <a:endParaRPr lang="es-CO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D2F08A56-0455-48CB-AF13-07CE6983D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3030537"/>
            <a:ext cx="9448800" cy="2238693"/>
          </a:xfrm>
        </p:spPr>
        <p:txBody>
          <a:bodyPr>
            <a:normAutofit fontScale="85000" lnSpcReduction="10000"/>
          </a:bodyPr>
          <a:lstStyle/>
          <a:p>
            <a:r>
              <a:rPr lang="es-MX" sz="5400" b="1" dirty="0"/>
              <a:t>(Exploración Independiente 10 </a:t>
            </a:r>
            <a:r>
              <a:rPr lang="es-MX" sz="5400" b="1"/>
              <a:t>Min)</a:t>
            </a:r>
          </a:p>
          <a:p>
            <a:endParaRPr lang="es-MX" sz="5400" b="1" dirty="0"/>
          </a:p>
          <a:p>
            <a:r>
              <a:rPr lang="es-MX" sz="5400" b="1" dirty="0"/>
              <a:t>¿Cuál es la Novedad de </a:t>
            </a:r>
            <a:r>
              <a:rPr lang="es-MX" sz="5400" b="1" dirty="0" err="1"/>
              <a:t>NotBookLM</a:t>
            </a:r>
            <a:r>
              <a:rPr lang="es-MX" sz="5400" b="1" dirty="0"/>
              <a:t>?</a:t>
            </a:r>
            <a:endParaRPr lang="es-CO" sz="5400" b="1" dirty="0"/>
          </a:p>
        </p:txBody>
      </p:sp>
    </p:spTree>
    <p:extLst>
      <p:ext uri="{BB962C8B-B14F-4D97-AF65-F5344CB8AC3E}">
        <p14:creationId xmlns:p14="http://schemas.microsoft.com/office/powerpoint/2010/main" val="1017387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NoteBook</a:t>
            </a:r>
            <a:r>
              <a:rPr lang="es-MX" dirty="0"/>
              <a:t> LM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6670F9-F6DC-4FC5-A158-BF16CD2FB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hlinkClick r:id="rId2"/>
              </a:rPr>
              <a:t>Video Capítulo </a:t>
            </a:r>
            <a:r>
              <a:rPr lang="es-MX" dirty="0" err="1">
                <a:hlinkClick r:id="rId2"/>
              </a:rPr>
              <a:t>Levitin</a:t>
            </a:r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84920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2. Preguntas a Imágenes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6670F9-F6DC-4FC5-A158-BF16CD2FB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Gemini:</a:t>
            </a:r>
          </a:p>
          <a:p>
            <a:endParaRPr lang="es-MX" dirty="0"/>
          </a:p>
          <a:p>
            <a:r>
              <a:rPr lang="es-MX" dirty="0">
                <a:hlinkClick r:id="rId2"/>
              </a:rPr>
              <a:t>https://gemini.google.com/app?hl=es</a:t>
            </a:r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07707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1. Las Tijeras</a:t>
            </a:r>
            <a:endParaRPr lang="es-CO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E86D00-3571-4BD4-A97A-9D90573EB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19" y="1690688"/>
            <a:ext cx="3134162" cy="43344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3CB0C2-488B-4B4B-B42D-229D1FB60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796" y="2428735"/>
            <a:ext cx="8049748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2. La Nevera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B704B8-5082-4C0B-AF01-2BB0E9B33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77" y="791282"/>
            <a:ext cx="3439005" cy="351521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33E1A73-7196-416C-A01C-7D9696303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951" y="1940940"/>
            <a:ext cx="7947658" cy="447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69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MX" b="1" dirty="0"/>
              <a:t>3. La Sala</a:t>
            </a:r>
            <a:endParaRPr lang="es-CO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9ABC4A-7F3C-4D0C-8B69-CE081DA5B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70" y="124936"/>
            <a:ext cx="4835845" cy="306403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1C0E8DF-D6AC-419E-BB42-79BB3316F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010" y="1940237"/>
            <a:ext cx="7572362" cy="455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35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Genración</a:t>
            </a:r>
            <a:r>
              <a:rPr lang="es-MX" dirty="0"/>
              <a:t> de Imágenes</a:t>
            </a:r>
            <a:br>
              <a:rPr lang="es-MX" dirty="0"/>
            </a:br>
            <a:r>
              <a:rPr lang="es-MX" dirty="0"/>
              <a:t>(Usarlo en el WhatsApp)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6670F9-F6DC-4FC5-A158-BF16CD2FB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Meta AI:</a:t>
            </a:r>
          </a:p>
          <a:p>
            <a:endParaRPr lang="es-MX" dirty="0"/>
          </a:p>
          <a:p>
            <a:r>
              <a:rPr lang="es-MX" dirty="0">
                <a:hlinkClick r:id="rId2"/>
              </a:rPr>
              <a:t>https://gemini.google.com/app?hl=es</a:t>
            </a:r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62809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5450"/>
            <a:ext cx="9144000" cy="743903"/>
          </a:xfrm>
        </p:spPr>
        <p:txBody>
          <a:bodyPr>
            <a:normAutofit fontScale="90000"/>
          </a:bodyPr>
          <a:lstStyle/>
          <a:p>
            <a:r>
              <a:rPr lang="es-MX" dirty="0"/>
              <a:t>Bosque Misterioso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CD0CDBE-D0A3-4AF3-A4AF-9B735ADA7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751" y="3766881"/>
            <a:ext cx="5502012" cy="273678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B210B44-EDF1-443A-9C13-B2BB19FAA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049" y="1562339"/>
            <a:ext cx="5420481" cy="56205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3CF1F3A-338F-43C9-8EB5-054F7C60A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79" y="1843365"/>
            <a:ext cx="5029902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07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960" y="1911390"/>
            <a:ext cx="9144000" cy="743903"/>
          </a:xfrm>
        </p:spPr>
        <p:txBody>
          <a:bodyPr>
            <a:normAutofit fontScale="90000"/>
          </a:bodyPr>
          <a:lstStyle/>
          <a:p>
            <a:r>
              <a:rPr lang="es-MX" dirty="0"/>
              <a:t>Investiguemos  una Aplicación Interesante desde su campo de Formación</a:t>
            </a: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23B089B-1B53-49C8-8AD1-A42A8893ADDF}"/>
              </a:ext>
            </a:extLst>
          </p:cNvPr>
          <p:cNvSpPr txBox="1"/>
          <p:nvPr/>
        </p:nvSpPr>
        <p:spPr>
          <a:xfrm>
            <a:off x="4080510" y="2788920"/>
            <a:ext cx="372890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8000" dirty="0"/>
              <a:t>???</a:t>
            </a:r>
          </a:p>
          <a:p>
            <a:endParaRPr lang="es-MX" sz="8000" dirty="0"/>
          </a:p>
          <a:p>
            <a:r>
              <a:rPr lang="es-MX" sz="8000" dirty="0"/>
              <a:t>(15 Min)</a:t>
            </a:r>
            <a:endParaRPr lang="es-CO" sz="8000" dirty="0"/>
          </a:p>
        </p:txBody>
      </p:sp>
    </p:spTree>
    <p:extLst>
      <p:ext uri="{BB962C8B-B14F-4D97-AF65-F5344CB8AC3E}">
        <p14:creationId xmlns:p14="http://schemas.microsoft.com/office/powerpoint/2010/main" val="3183956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A6313-B57E-4E83-A157-E2AB84737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4197390"/>
            <a:ext cx="9144000" cy="743903"/>
          </a:xfrm>
        </p:spPr>
        <p:txBody>
          <a:bodyPr>
            <a:noAutofit/>
          </a:bodyPr>
          <a:lstStyle/>
          <a:p>
            <a:r>
              <a:rPr lang="es-MX" sz="9600" dirty="0"/>
              <a:t>Muchas Gracias por su Atención</a:t>
            </a:r>
            <a:endParaRPr lang="es-CO" sz="9600" dirty="0"/>
          </a:p>
        </p:txBody>
      </p:sp>
    </p:spTree>
    <p:extLst>
      <p:ext uri="{BB962C8B-B14F-4D97-AF65-F5344CB8AC3E}">
        <p14:creationId xmlns:p14="http://schemas.microsoft.com/office/powerpoint/2010/main" val="34369005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173</Words>
  <Application>Microsoft Office PowerPoint</Application>
  <PresentationFormat>Panorámica</PresentationFormat>
  <Paragraphs>44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Actividades ChatBots</vt:lpstr>
      <vt:lpstr>Preparación para un examen</vt:lpstr>
      <vt:lpstr>Preparación para un examen</vt:lpstr>
      <vt:lpstr>Preparación para un examen</vt:lpstr>
      <vt:lpstr>Preparación para un examen</vt:lpstr>
      <vt:lpstr>Preparación para un examen</vt:lpstr>
      <vt:lpstr>Explicaciones</vt:lpstr>
      <vt:lpstr>1. Chatear con un PDF</vt:lpstr>
      <vt:lpstr>    SciSpace Hay Una extensión para Chrome</vt:lpstr>
      <vt:lpstr>SciSpace</vt:lpstr>
      <vt:lpstr>SciSpace</vt:lpstr>
      <vt:lpstr>SciSpace</vt:lpstr>
      <vt:lpstr>SciSPace</vt:lpstr>
      <vt:lpstr>NoteBook LM</vt:lpstr>
      <vt:lpstr>NoteBook LM</vt:lpstr>
      <vt:lpstr>2. Preguntas a Imágenes</vt:lpstr>
      <vt:lpstr>1. Las Tijeras</vt:lpstr>
      <vt:lpstr>2. La Nevera</vt:lpstr>
      <vt:lpstr>3. La Sala</vt:lpstr>
      <vt:lpstr>Genración de Imágenes (Usarlo en el WhatsApp)</vt:lpstr>
      <vt:lpstr>Bosque Misterioso</vt:lpstr>
      <vt:lpstr>Investiguemos  una Aplicación Interesante desde su campo de Formación</vt:lpstr>
      <vt:lpstr>Muchas 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Actividades ChatBots</dc:title>
  <dc:creator>JORGE ALFONSO MELENDEZ ACUÑA</dc:creator>
  <cp:lastModifiedBy>JORGE ALFONSO MELENDEZ ACUÑA</cp:lastModifiedBy>
  <cp:revision>16</cp:revision>
  <dcterms:created xsi:type="dcterms:W3CDTF">2024-10-18T15:04:21Z</dcterms:created>
  <dcterms:modified xsi:type="dcterms:W3CDTF">2024-10-18T18:28:23Z</dcterms:modified>
</cp:coreProperties>
</file>