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7" r:id="rId3"/>
    <p:sldId id="308" r:id="rId4"/>
    <p:sldId id="309" r:id="rId5"/>
    <p:sldId id="310" r:id="rId6"/>
    <p:sldId id="311" r:id="rId7"/>
    <p:sldId id="275" r:id="rId8"/>
    <p:sldId id="276" r:id="rId9"/>
    <p:sldId id="277" r:id="rId10"/>
    <p:sldId id="279" r:id="rId11"/>
    <p:sldId id="278" r:id="rId12"/>
    <p:sldId id="280" r:id="rId13"/>
    <p:sldId id="284" r:id="rId14"/>
    <p:sldId id="285" r:id="rId15"/>
    <p:sldId id="286" r:id="rId16"/>
    <p:sldId id="287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DE597-6F0B-41C6-BEA4-AF66F7CDD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7102A4-C26A-444E-83E8-787FFF41A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55569D-3BB0-4FDA-97B0-9B05E79E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7C7A22-74C9-46D1-8E71-7FF97E8A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3D55AB-EBAD-4076-988A-C41DA1516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908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81522-3D60-4B4B-8785-66C027BB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B6E453-1AC3-4089-82BB-2BA5AC6C0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B8AC35-2590-4BA1-955F-F8E677E3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B52890-683E-473C-AD84-E449333E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D24D6E-F745-4A66-889F-FB6A3D19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7279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39C93-24FB-412E-ACAB-A8BF09CA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4BA401-567E-4924-8D5E-240CCA200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669588-E2C4-43B3-97A2-4E87A09DB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E9037C-08DA-4907-B715-D3D0AB22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9EABC9-510D-428E-9C59-F5FDFD98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456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45D55-1180-49B5-873C-E8C8316A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F4E6B7-3602-4F5F-9160-1B0A6B0E1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847639-4546-421F-B447-33301FF9C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31BF6A-3095-48CD-8548-9A2017C4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DB6E33-D090-482F-85DC-102FBA71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50F925-51AF-44B7-9BD4-82F0C1F0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816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97629-38B0-4189-BC2D-C8535963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7C2842-F1CF-4C80-87CC-F68EB9E03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7C385D-21FD-48B5-9342-059FF450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037427-9DC7-4262-BA29-20DE3A06D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33F7A6-E9F9-4108-BDF1-E3784D346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317CA78-D3AC-4EB8-9A21-4E3ADA10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B9D315D-40C1-445C-BB65-1A9FC681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975CBE-B307-48A5-A166-6525C357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3069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D16A-6010-4AD2-A542-D41F5605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68B942-0215-4AC4-B86C-71C1E51C0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6489739-1F1B-475C-B7D9-B37359897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E89563-8FAB-4597-BE15-7799414E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66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0DCB83-7C0B-4228-AFED-F87B27A0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BE93C5-8945-40D3-8221-C259F198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113B92-C2D3-43CE-8ACC-CD185D06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1052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58C85-7AF1-4106-8078-CBBE7792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63FF07-9620-4F01-ABAA-4C80A8285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8527A1-9C6D-4F90-BF41-00AB2A453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33E9BA-197A-4EB6-BDDB-CCD6C437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F95355-CBF1-4B77-818F-7961920E5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4ED759-FB02-4508-975B-FCE92CEC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3831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445B5-DA56-4C0D-BEC9-D51B932D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DF0239-DB07-4C48-9B19-8B05E2C9E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1593E9-75E6-46AE-A28A-C56A34F72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097ED5-F1CA-404C-ADCE-19DA45FF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BF9B9E-42DA-4D57-920A-8DAC59001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3F088D-2899-4292-BA6C-83ADD513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79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43F52-66D0-4600-95CB-406D9AD7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884B2B-3788-4A5C-853F-FCECF055C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64C517-649F-4E94-A70F-F495C8CF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44DE73-A1E3-4EB2-818A-14BDFECF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D2AB0A-7FC6-447C-8287-B66C37D8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93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00C124-A098-4B37-B827-D8C29DCDC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B8B2B5-E35A-49E6-A920-995E796DB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792D25-3446-4717-8A10-91F612AB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F20933-2DF3-43C7-A58F-CC0041AC7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2823B9-AE8F-498C-BC42-C6E900D9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74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67FE91-C31F-4ED1-B620-2BE4F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438001-6599-4E2B-9355-4721A95E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1DB5F8-7B33-4677-B8DB-64C0576CA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1BE7A-7447-4A19-8FFE-F678F8E2D163}" type="datetimeFigureOut">
              <a:rPr lang="es-CO" smtClean="0"/>
              <a:t>5/07/2025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698BE0-4AA3-45A6-95AC-78F94719F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0D020F-7861-4A1C-A300-5192609B3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08B1B-C2EB-4123-8C11-BE5FEFA67D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514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C907D-7D60-4E46-BEF7-D1A66CFEE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AFFDB3-92C8-4CC6-B984-0A5D6FABEC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1043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1CC1CE7-3E11-4612-AC1E-7A1FB287E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988E0B-92C1-4FB6-89A1-A36B35B8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136" y="1866751"/>
            <a:ext cx="6096528" cy="342929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655E714-559E-43CE-BEB3-D4B154BB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606879"/>
            <a:ext cx="9372389" cy="5104604"/>
          </a:xfrm>
          <a:prstGeom prst="rect">
            <a:avLst/>
          </a:prstGeom>
        </p:spPr>
      </p:pic>
      <p:sp>
        <p:nvSpPr>
          <p:cNvPr id="7" name="AutoShape 2" descr="blob:https://web.whatsapp.com/d725f5db-06ff-40ae-9d6c-afac7d550637">
            <a:extLst>
              <a:ext uri="{FF2B5EF4-FFF2-40B4-BE49-F238E27FC236}">
                <a16:creationId xmlns:a16="http://schemas.microsoft.com/office/drawing/2014/main" id="{9F58830C-0F84-47B7-AF86-194AD916CE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2088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1CC1CE7-3E11-4612-AC1E-7A1FB287E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988E0B-92C1-4FB6-89A1-A36B35B8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136" y="1866751"/>
            <a:ext cx="6096528" cy="3429297"/>
          </a:xfrm>
          <a:prstGeom prst="rect">
            <a:avLst/>
          </a:prstGeom>
        </p:spPr>
      </p:pic>
      <p:sp>
        <p:nvSpPr>
          <p:cNvPr id="7" name="AutoShape 2" descr="blob:https://web.whatsapp.com/d725f5db-06ff-40ae-9d6c-afac7d550637">
            <a:extLst>
              <a:ext uri="{FF2B5EF4-FFF2-40B4-BE49-F238E27FC236}">
                <a16:creationId xmlns:a16="http://schemas.microsoft.com/office/drawing/2014/main" id="{9F58830C-0F84-47B7-AF86-194AD916CE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8E32B60-ED4F-4A0A-907A-A465DDA2E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71" y="620297"/>
            <a:ext cx="11041257" cy="531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6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1CC1CE7-3E11-4612-AC1E-7A1FB287E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988E0B-92C1-4FB6-89A1-A36B35B8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136" y="1866751"/>
            <a:ext cx="6096528" cy="3429297"/>
          </a:xfrm>
          <a:prstGeom prst="rect">
            <a:avLst/>
          </a:prstGeom>
        </p:spPr>
      </p:pic>
      <p:sp>
        <p:nvSpPr>
          <p:cNvPr id="7" name="AutoShape 2" descr="blob:https://web.whatsapp.com/d725f5db-06ff-40ae-9d6c-afac7d550637">
            <a:extLst>
              <a:ext uri="{FF2B5EF4-FFF2-40B4-BE49-F238E27FC236}">
                <a16:creationId xmlns:a16="http://schemas.microsoft.com/office/drawing/2014/main" id="{9F58830C-0F84-47B7-AF86-194AD916CE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67E72A2-E252-4642-9D66-F3A7EA604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12" y="484383"/>
            <a:ext cx="10118947" cy="524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8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1CC1CE7-3E11-4612-AC1E-7A1FB287E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988E0B-92C1-4FB6-89A1-A36B35B8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136" y="1866751"/>
            <a:ext cx="6096528" cy="3429297"/>
          </a:xfrm>
          <a:prstGeom prst="rect">
            <a:avLst/>
          </a:prstGeom>
        </p:spPr>
      </p:pic>
      <p:sp>
        <p:nvSpPr>
          <p:cNvPr id="7" name="AutoShape 2" descr="blob:https://web.whatsapp.com/d725f5db-06ff-40ae-9d6c-afac7d550637">
            <a:extLst>
              <a:ext uri="{FF2B5EF4-FFF2-40B4-BE49-F238E27FC236}">
                <a16:creationId xmlns:a16="http://schemas.microsoft.com/office/drawing/2014/main" id="{9F58830C-0F84-47B7-AF86-194AD916CE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AutoShape 2" descr="blob:https://web.whatsapp.com/25c34045-72f7-407b-a55e-032c6078027a">
            <a:extLst>
              <a:ext uri="{FF2B5EF4-FFF2-40B4-BE49-F238E27FC236}">
                <a16:creationId xmlns:a16="http://schemas.microsoft.com/office/drawing/2014/main" id="{130B284E-EDC9-401C-AABF-D34465805B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3A97EF6-1AB9-4CB0-9DAD-B962B9690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393" y="1606506"/>
            <a:ext cx="8655880" cy="520172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660E846-9837-4F9D-BE1F-0CB5FDF1AC06}"/>
              </a:ext>
            </a:extLst>
          </p:cNvPr>
          <p:cNvSpPr/>
          <p:nvPr/>
        </p:nvSpPr>
        <p:spPr>
          <a:xfrm>
            <a:off x="5250966" y="166172"/>
            <a:ext cx="274915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4800" b="1" dirty="0" err="1"/>
              <a:t>Perplexity</a:t>
            </a:r>
            <a:endParaRPr lang="es-CO" sz="4800" b="1" dirty="0"/>
          </a:p>
        </p:txBody>
      </p:sp>
    </p:spTree>
    <p:extLst>
      <p:ext uri="{BB962C8B-B14F-4D97-AF65-F5344CB8AC3E}">
        <p14:creationId xmlns:p14="http://schemas.microsoft.com/office/powerpoint/2010/main" val="3851004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1CC1CE7-3E11-4612-AC1E-7A1FB287E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988E0B-92C1-4FB6-89A1-A36B35B8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136" y="1866751"/>
            <a:ext cx="6096528" cy="3429297"/>
          </a:xfrm>
          <a:prstGeom prst="rect">
            <a:avLst/>
          </a:prstGeom>
        </p:spPr>
      </p:pic>
      <p:sp>
        <p:nvSpPr>
          <p:cNvPr id="7" name="AutoShape 2" descr="blob:https://web.whatsapp.com/d725f5db-06ff-40ae-9d6c-afac7d550637">
            <a:extLst>
              <a:ext uri="{FF2B5EF4-FFF2-40B4-BE49-F238E27FC236}">
                <a16:creationId xmlns:a16="http://schemas.microsoft.com/office/drawing/2014/main" id="{9F58830C-0F84-47B7-AF86-194AD916CE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AutoShape 2" descr="blob:https://web.whatsapp.com/25c34045-72f7-407b-a55e-032c6078027a">
            <a:extLst>
              <a:ext uri="{FF2B5EF4-FFF2-40B4-BE49-F238E27FC236}">
                <a16:creationId xmlns:a16="http://schemas.microsoft.com/office/drawing/2014/main" id="{130B284E-EDC9-401C-AABF-D34465805B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460C565-0D4D-4834-8BCC-F16D7B6AD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077" y="717452"/>
            <a:ext cx="8990689" cy="528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05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667FA-E45C-47FD-BF4E-E08DD1637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9600" dirty="0"/>
              <a:t>Ejemplos Melanie</a:t>
            </a:r>
            <a:endParaRPr lang="es-CO" sz="9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E3400B-506A-451A-9E1D-BC3BC4E91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187" y="4114720"/>
            <a:ext cx="3410426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71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0F7D5-DC6D-4426-8287-EB67E7FF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1. Rotación 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A5EA21-30BA-4340-B414-2B59C7F61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680" y="707708"/>
            <a:ext cx="7667120" cy="433292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8BB6CCE-7B15-4887-9DCB-A2D3F3E47963}"/>
              </a:ext>
            </a:extLst>
          </p:cNvPr>
          <p:cNvSpPr txBox="1"/>
          <p:nvPr/>
        </p:nvSpPr>
        <p:spPr>
          <a:xfrm>
            <a:off x="3911924" y="5061822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Bus de Colegio</a:t>
            </a: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BB9427-4DC1-41B2-8C0C-BC44EC984ADA}"/>
              </a:ext>
            </a:extLst>
          </p:cNvPr>
          <p:cNvSpPr txBox="1"/>
          <p:nvPr/>
        </p:nvSpPr>
        <p:spPr>
          <a:xfrm>
            <a:off x="5473570" y="5051226"/>
            <a:ext cx="1673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Carro de Basura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84EF4E-3468-43E0-9A8E-24719449953E}"/>
              </a:ext>
            </a:extLst>
          </p:cNvPr>
          <p:cNvSpPr txBox="1"/>
          <p:nvPr/>
        </p:nvSpPr>
        <p:spPr>
          <a:xfrm>
            <a:off x="7368540" y="5051226"/>
            <a:ext cx="1519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Saco de Arena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349970-E7E5-4FDE-95D9-CFD14E8D5A30}"/>
              </a:ext>
            </a:extLst>
          </p:cNvPr>
          <p:cNvSpPr txBox="1"/>
          <p:nvPr/>
        </p:nvSpPr>
        <p:spPr>
          <a:xfrm>
            <a:off x="9201150" y="5013881"/>
            <a:ext cx="1295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Quitanieves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98988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0F7D5-DC6D-4426-8287-EB67E7FF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2. Carros </a:t>
            </a:r>
            <a:br>
              <a:rPr lang="es-MX" dirty="0"/>
            </a:br>
            <a:r>
              <a:rPr lang="es-MX" dirty="0"/>
              <a:t>Autónomos 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962474-908A-4EA1-8FAE-893AFC9F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213" y="365125"/>
            <a:ext cx="8487787" cy="476268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38DC8C5-7B40-4EB5-A8D7-0D58BD1FA4AF}"/>
              </a:ext>
            </a:extLst>
          </p:cNvPr>
          <p:cNvSpPr txBox="1"/>
          <p:nvPr/>
        </p:nvSpPr>
        <p:spPr>
          <a:xfrm>
            <a:off x="592601" y="5127811"/>
            <a:ext cx="11234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/>
              <a:t>No reconocen carros de Bomberos parados en la </a:t>
            </a:r>
            <a:r>
              <a:rPr lang="es-MX" sz="3600" dirty="0" err="1"/>
              <a:t>carrertera</a:t>
            </a:r>
            <a:endParaRPr lang="es-CO" sz="3600" dirty="0"/>
          </a:p>
        </p:txBody>
      </p:sp>
    </p:spTree>
    <p:extLst>
      <p:ext uri="{BB962C8B-B14F-4D97-AF65-F5344CB8AC3E}">
        <p14:creationId xmlns:p14="http://schemas.microsoft.com/office/powerpoint/2010/main" val="2904660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0F7D5-DC6D-4426-8287-EB67E7FF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76" y="177556"/>
            <a:ext cx="3159369" cy="1325563"/>
          </a:xfrm>
        </p:spPr>
        <p:txBody>
          <a:bodyPr/>
          <a:lstStyle/>
          <a:p>
            <a:r>
              <a:rPr lang="es-MX" dirty="0"/>
              <a:t>2. Carros </a:t>
            </a:r>
            <a:br>
              <a:rPr lang="es-MX" dirty="0"/>
            </a:br>
            <a:r>
              <a:rPr lang="es-MX" dirty="0"/>
              <a:t>Autónomos 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38DC8C5-7B40-4EB5-A8D7-0D58BD1FA4AF}"/>
              </a:ext>
            </a:extLst>
          </p:cNvPr>
          <p:cNvSpPr txBox="1"/>
          <p:nvPr/>
        </p:nvSpPr>
        <p:spPr>
          <a:xfrm>
            <a:off x="592601" y="5127811"/>
            <a:ext cx="10822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/>
              <a:t>"Algo es una persona en el mundo real o en un anuncio."</a:t>
            </a:r>
            <a:endParaRPr lang="es-CO" sz="3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14C734-DC52-4FD2-9862-041D7FF0B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666" y="376848"/>
            <a:ext cx="8420851" cy="462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68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0F7D5-DC6D-4426-8287-EB67E7FF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" y="227965"/>
            <a:ext cx="2213610" cy="1325563"/>
          </a:xfrm>
        </p:spPr>
        <p:txBody>
          <a:bodyPr>
            <a:normAutofit fontScale="90000"/>
          </a:bodyPr>
          <a:lstStyle/>
          <a:p>
            <a:r>
              <a:rPr lang="es-MX" dirty="0"/>
              <a:t>2. Carros </a:t>
            </a:r>
            <a:br>
              <a:rPr lang="es-MX" dirty="0"/>
            </a:br>
            <a:r>
              <a:rPr lang="es-MX" dirty="0"/>
              <a:t>Autónomos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E70EBC-B771-4D31-89B1-11BDCEF5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693" y="0"/>
            <a:ext cx="8189442" cy="43776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C4FFECA-5060-4F3C-AD34-BC545F40A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1" y="2851085"/>
            <a:ext cx="2880410" cy="1667604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A931941-0E97-40F0-A986-30A4C444D250}"/>
              </a:ext>
            </a:extLst>
          </p:cNvPr>
          <p:cNvCxnSpPr>
            <a:cxnSpLocks/>
          </p:cNvCxnSpPr>
          <p:nvPr/>
        </p:nvCxnSpPr>
        <p:spPr>
          <a:xfrm flipH="1">
            <a:off x="3760470" y="1657350"/>
            <a:ext cx="6526530" cy="2194560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86092F-6E62-44B1-946E-7623345EB4F2}"/>
              </a:ext>
            </a:extLst>
          </p:cNvPr>
          <p:cNvSpPr txBox="1"/>
          <p:nvPr/>
        </p:nvSpPr>
        <p:spPr>
          <a:xfrm>
            <a:off x="577094" y="5339192"/>
            <a:ext cx="102865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Mi carro seguía frenando bruscamente en esta área sin señal de alto. </a:t>
            </a:r>
          </a:p>
          <a:p>
            <a:r>
              <a:rPr lang="es-MX" sz="2800" dirty="0">
                <a:solidFill>
                  <a:srgbClr val="FF0000"/>
                </a:solidFill>
              </a:rPr>
              <a:t>Después de conducir por ahí varias veces, noté el cartel publicitario.</a:t>
            </a:r>
            <a:endParaRPr lang="es-CO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215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0F7D5-DC6D-4426-8287-EB67E7FF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76" y="177556"/>
            <a:ext cx="3159369" cy="1325563"/>
          </a:xfrm>
        </p:spPr>
        <p:txBody>
          <a:bodyPr/>
          <a:lstStyle/>
          <a:p>
            <a:r>
              <a:rPr lang="es-MX" dirty="0"/>
              <a:t>3. Cáncer de Piel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38DC8C5-7B40-4EB5-A8D7-0D58BD1FA4AF}"/>
              </a:ext>
            </a:extLst>
          </p:cNvPr>
          <p:cNvSpPr txBox="1"/>
          <p:nvPr/>
        </p:nvSpPr>
        <p:spPr>
          <a:xfrm>
            <a:off x="592601" y="5127811"/>
            <a:ext cx="8364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/>
              <a:t>“¡¡ Asociación regla en la foto con Cáncer!!</a:t>
            </a:r>
            <a:endParaRPr lang="es-CO" sz="3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B8E77-6B04-425F-A928-CACB0A1A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35" y="636088"/>
            <a:ext cx="6806260" cy="39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39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A59C7A5-24DB-41EA-AD6E-46490EF2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5840"/>
            <a:ext cx="3669030" cy="198513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D0F6FD-298F-42B1-885F-CFCE08A30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31" y="405692"/>
            <a:ext cx="4007083" cy="154883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8E003C6-3E83-4507-A71A-4BB0F2142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927" y="2285840"/>
            <a:ext cx="2867425" cy="11431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A70B9EE-3B86-4A4B-B923-093E72192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927" y="3992805"/>
            <a:ext cx="3248478" cy="106694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1446595" y="800100"/>
            <a:ext cx="32837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/>
              <a:t>Optimistas</a:t>
            </a:r>
            <a:endParaRPr lang="es-CO" sz="5400" b="1" dirty="0"/>
          </a:p>
        </p:txBody>
      </p:sp>
    </p:spTree>
    <p:extLst>
      <p:ext uri="{BB962C8B-B14F-4D97-AF65-F5344CB8AC3E}">
        <p14:creationId xmlns:p14="http://schemas.microsoft.com/office/powerpoint/2010/main" val="1212937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1446595" y="800100"/>
            <a:ext cx="31870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/>
              <a:t>Pesimistas</a:t>
            </a:r>
            <a:endParaRPr lang="es-CO" sz="54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8892DF2-1767-491E-B3BC-D75A63CD4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316" y="658145"/>
            <a:ext cx="3419952" cy="4667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6A438BA-034F-4255-AE2B-2BC8A6FBE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821" y="1380847"/>
            <a:ext cx="4391638" cy="19910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E26176-035A-4126-A73D-487851394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921" y="3893703"/>
            <a:ext cx="280074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26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3458275" y="148590"/>
            <a:ext cx="44756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/>
              <a:t>Pregunta Clave</a:t>
            </a:r>
            <a:endParaRPr lang="es-CO" sz="54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D4BE91-8951-4DB9-A547-0FA9294DA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918" y="1683224"/>
            <a:ext cx="8307721" cy="343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4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3458275" y="148590"/>
            <a:ext cx="62495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/>
              <a:t>Paradoja de </a:t>
            </a:r>
            <a:r>
              <a:rPr lang="es-MX" sz="5400" b="1" dirty="0" err="1"/>
              <a:t>Moravec</a:t>
            </a:r>
            <a:endParaRPr lang="es-CO" sz="54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B04F455-9EDB-4304-8869-35193515A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501" y="2040123"/>
            <a:ext cx="7818408" cy="358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77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69140-BBD3-4E06-962C-44AA8FCC8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Texto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35175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3458275" y="148590"/>
            <a:ext cx="2076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/>
              <a:t>Etapas</a:t>
            </a:r>
            <a:endParaRPr lang="es-CO" sz="54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D1EDA2-B8B8-477F-8B1E-10F726623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636" y="911397"/>
            <a:ext cx="4720728" cy="535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219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3458275" y="148590"/>
            <a:ext cx="19896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/>
              <a:t>Hopes</a:t>
            </a:r>
            <a:endParaRPr lang="es-CO" sz="54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B05AFDE-3FE4-446A-B43A-E3000BBC8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93" y="1339189"/>
            <a:ext cx="3439005" cy="36200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0CE4731-BA88-4CF4-9404-09B879507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032" y="248424"/>
            <a:ext cx="4420217" cy="21815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80BFDF5-0FDB-4844-B0CF-F10476868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88" y="2225839"/>
            <a:ext cx="4582164" cy="220058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27F1598-5AF5-4CE1-B8D9-E04964BC7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851" y="2711682"/>
            <a:ext cx="3248478" cy="17147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37B61E-AB25-43E0-A91B-2DAFC04D54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2334" y="3316603"/>
            <a:ext cx="2333951" cy="5048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C64D354-F54A-40FD-A663-B97DC1F67F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092" y="4542362"/>
            <a:ext cx="4525006" cy="195289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BBAEBAD-0569-4721-B4AD-4BC3183AB0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1851" y="4789123"/>
            <a:ext cx="3705742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46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3458275" y="148590"/>
            <a:ext cx="16953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 err="1"/>
              <a:t>Fears</a:t>
            </a:r>
            <a:endParaRPr lang="es-CO" sz="54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E89C0F-686E-4255-9E34-CAD6C818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02" y="1447262"/>
            <a:ext cx="3724795" cy="3524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603B4DA-9FE6-404A-B996-9EB3277F4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172" y="953402"/>
            <a:ext cx="4134427" cy="152421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660C710-D72F-415D-80FA-007D43204FE5}"/>
              </a:ext>
            </a:extLst>
          </p:cNvPr>
          <p:cNvSpPr txBox="1"/>
          <p:nvPr/>
        </p:nvSpPr>
        <p:spPr>
          <a:xfrm>
            <a:off x="7326630" y="400050"/>
            <a:ext cx="2236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AI Will </a:t>
            </a:r>
            <a:r>
              <a:rPr lang="es-MX" dirty="0" err="1"/>
              <a:t>magnify</a:t>
            </a:r>
            <a:r>
              <a:rPr lang="es-MX" dirty="0"/>
              <a:t> </a:t>
            </a:r>
            <a:r>
              <a:rPr lang="es-MX" dirty="0" err="1"/>
              <a:t>Biases</a:t>
            </a:r>
            <a:endParaRPr lang="es-CO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A665C2B-2061-4283-93A1-0AB42DCD1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599" y="1066208"/>
            <a:ext cx="4296375" cy="146705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C7BFCB9-4F40-4F80-9C31-0723B70C5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02" y="2147707"/>
            <a:ext cx="2010056" cy="256258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4472CB7-9DA7-4F90-88A0-40B17DC28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6170" y="2796584"/>
            <a:ext cx="3153215" cy="97168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43C9B20-E6D7-4F79-B582-6C54E11CF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6170" y="3822011"/>
            <a:ext cx="3791479" cy="94310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8DE55A2-15FB-4012-8367-FCD6358A43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3556" y="2805024"/>
            <a:ext cx="4258269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88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2075245" y="205740"/>
            <a:ext cx="6514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 err="1"/>
              <a:t>The</a:t>
            </a:r>
            <a:r>
              <a:rPr lang="es-MX" sz="5400" b="1" dirty="0"/>
              <a:t> </a:t>
            </a:r>
            <a:r>
              <a:rPr lang="es-MX" sz="5400" b="1" dirty="0" err="1"/>
              <a:t>jagged</a:t>
            </a:r>
            <a:r>
              <a:rPr lang="es-MX" sz="5400" b="1" dirty="0"/>
              <a:t> AI </a:t>
            </a:r>
            <a:r>
              <a:rPr lang="es-MX" sz="5400" b="1" dirty="0" err="1"/>
              <a:t>Frontier</a:t>
            </a:r>
            <a:endParaRPr lang="es-CO" sz="54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C8E7A0C-0B5C-4C6B-B98F-12F34434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60" y="1306892"/>
            <a:ext cx="8401079" cy="465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75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69140-BBD3-4E06-962C-44AA8FCC8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Alguna Alucinaciones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79899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2075245" y="205740"/>
            <a:ext cx="3448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 err="1"/>
              <a:t>AuthorShip</a:t>
            </a:r>
            <a:endParaRPr lang="es-CO" sz="54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34626A-D877-4EFB-B8B1-2DF828C53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42" y="1933398"/>
            <a:ext cx="7097192" cy="38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05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2075245" y="205740"/>
            <a:ext cx="32956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 err="1"/>
              <a:t>GuardRails</a:t>
            </a:r>
            <a:endParaRPr lang="es-CO" sz="54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9E1E8B6-6562-45EB-8765-D7C2FA1A7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5" y="2550180"/>
            <a:ext cx="10411544" cy="277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525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2075245" y="205740"/>
            <a:ext cx="31213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/>
              <a:t>1. Napalm</a:t>
            </a:r>
            <a:endParaRPr lang="es-CO" sz="54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9E1E8B6-6562-45EB-8765-D7C2FA1A7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3009"/>
            <a:ext cx="3115110" cy="82879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F200926-C88B-4401-B42D-64308BFA9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26" y="1081800"/>
            <a:ext cx="3716880" cy="14304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7DD72D2-1E78-4A1E-BF5A-84A893AC2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006" y="2241574"/>
            <a:ext cx="8012626" cy="420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76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2075245" y="205740"/>
            <a:ext cx="3243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/>
              <a:t>2. </a:t>
            </a:r>
            <a:r>
              <a:rPr lang="es-MX" sz="5400" b="1" dirty="0" err="1"/>
              <a:t>CapTcha</a:t>
            </a:r>
            <a:endParaRPr lang="es-CO" sz="54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44CA45-F7D2-4FA5-B510-329146B8F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2" y="1266091"/>
            <a:ext cx="2732419" cy="269163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75BF738-5BBF-43A5-B1B8-FAE640680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016" y="1047008"/>
            <a:ext cx="9047968" cy="498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5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69140-BBD3-4E06-962C-44AA8FCC8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Grandes Preguntas sobre 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21335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C258878-A6C1-4455-BB93-2F0247925724}"/>
              </a:ext>
            </a:extLst>
          </p:cNvPr>
          <p:cNvSpPr txBox="1"/>
          <p:nvPr/>
        </p:nvSpPr>
        <p:spPr>
          <a:xfrm>
            <a:off x="2075245" y="205740"/>
            <a:ext cx="21082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b="1" dirty="0"/>
              <a:t>??????</a:t>
            </a:r>
            <a:endParaRPr lang="es-CO" sz="54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7BD5324-9246-4472-BE06-3AF626122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654" y="2142945"/>
            <a:ext cx="4410691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958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128</Words>
  <Application>Microsoft Office PowerPoint</Application>
  <PresentationFormat>Panorámica</PresentationFormat>
  <Paragraphs>33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Ejemplos Melanie</vt:lpstr>
      <vt:lpstr>1. Rotación </vt:lpstr>
      <vt:lpstr>2. Carros  Autónomos </vt:lpstr>
      <vt:lpstr>2. Carros  Autónomos </vt:lpstr>
      <vt:lpstr>2. Carros  Autónomos</vt:lpstr>
      <vt:lpstr>3. Cáncer de Piel</vt:lpstr>
      <vt:lpstr>Presentación de PowerPoint</vt:lpstr>
      <vt:lpstr>Presentación de PowerPoint</vt:lpstr>
      <vt:lpstr>Presentación de PowerPoint</vt:lpstr>
      <vt:lpstr>Presentación de PowerPoint</vt:lpstr>
      <vt:lpstr>Texto</vt:lpstr>
      <vt:lpstr>Presentación de PowerPoint</vt:lpstr>
      <vt:lpstr>Presentación de PowerPoint</vt:lpstr>
      <vt:lpstr>Presentación de PowerPoint</vt:lpstr>
      <vt:lpstr>Presentación de PowerPoint</vt:lpstr>
      <vt:lpstr>Alguna Alucinaciones</vt:lpstr>
      <vt:lpstr>Presentación de PowerPoint</vt:lpstr>
      <vt:lpstr>Presentación de PowerPoint</vt:lpstr>
      <vt:lpstr>Presentación de PowerPoint</vt:lpstr>
      <vt:lpstr>Presentación de PowerPoint</vt:lpstr>
      <vt:lpstr>Grandes Preguntas sobre IA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ALFONSO MELENDEZ ACUÑA</dc:creator>
  <cp:lastModifiedBy>JORGE ALFONSO MELENDEZ ACUÑA</cp:lastModifiedBy>
  <cp:revision>4</cp:revision>
  <dcterms:created xsi:type="dcterms:W3CDTF">2025-07-06T01:31:35Z</dcterms:created>
  <dcterms:modified xsi:type="dcterms:W3CDTF">2025-07-06T02:21:21Z</dcterms:modified>
</cp:coreProperties>
</file>